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13.png" ContentType="image/png"/>
  <Override PartName="/ppt/media/image6.svg" ContentType="image/svg"/>
  <Override PartName="/ppt/media/image2.png" ContentType="image/png"/>
  <Override PartName="/ppt/media/image3.png" ContentType="image/png"/>
  <Override PartName="/ppt/media/image15.png" ContentType="image/png"/>
  <Override PartName="/ppt/media/image8.svg" ContentType="image/svg"/>
  <Override PartName="/ppt/media/image4.png" ContentType="image/png"/>
  <Override PartName="/ppt/media/image5.png" ContentType="image/png"/>
  <Override PartName="/ppt/media/image7.png" ContentType="image/png"/>
  <Override PartName="/ppt/media/image9.png" ContentType="image/png"/>
  <Override PartName="/ppt/media/image10.svg" ContentType="image/svg"/>
  <Override PartName="/ppt/media/image11.png" ContentType="image/png"/>
  <Override PartName="/ppt/media/image12.svg" ContentType="image/svg"/>
  <Override PartName="/ppt/media/image20.png" ContentType="image/png"/>
  <Override PartName="/ppt/media/image14.svg" ContentType="image/svg"/>
  <Override PartName="/ppt/media/image16.png" ContentType="image/png"/>
  <Override PartName="/ppt/media/image17.svg" ContentType="image/svg"/>
  <Override PartName="/ppt/media/image18.png" ContentType="image/png"/>
  <Override PartName="/ppt/media/image19.svg" ContentType="image/svg"/>
  <Override PartName="/ppt/media/image21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753600" cy="73152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BFE8E6-873C-4FDE-8FFF-289B22D51F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F59791-0451-4A9C-9142-44443882534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328E2-8C65-4F38-B69B-C0A70CC5417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1DAD07-081A-431D-BCE5-4271DCC1DA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4CCFB4-4481-4BF7-820D-C11F716D9BF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5D33D-0942-4485-8129-57B92C78AD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665D0-54AB-4EE4-853D-FB83885DA42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CDD8BD-51B7-4361-BE86-12FC9592AE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70041-5C00-4653-9781-7A79A149AD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7520" cy="122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7520" cy="42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630DDC-D22B-4A22-91BB-50B7641FAB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C25465-DD51-47FA-9ACE-2F87012B09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3.png"/><Relationship Id="rId11" Type="http://schemas.openxmlformats.org/officeDocument/2006/relationships/image" Target="../media/image2.png"/><Relationship Id="rId12" Type="http://schemas.openxmlformats.org/officeDocument/2006/relationships/image" Target="../media/image15.png"/><Relationship Id="rId1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3370680" y="2322360"/>
            <a:ext cx="3011400" cy="2668320"/>
            <a:chOff x="3370680" y="2322360"/>
            <a:chExt cx="3011400" cy="2668320"/>
          </a:xfrm>
        </p:grpSpPr>
        <p:sp>
          <p:nvSpPr>
            <p:cNvPr id="60" name="Freeform 3"/>
            <p:cNvSpPr/>
            <p:nvPr/>
          </p:nvSpPr>
          <p:spPr>
            <a:xfrm>
              <a:off x="3370680" y="2322360"/>
              <a:ext cx="3011400" cy="2668320"/>
            </a:xfrm>
            <a:custGeom>
              <a:avLst/>
              <a:gdLst>
                <a:gd name="textAreaLeft" fmla="*/ 0 w 3011400"/>
                <a:gd name="textAreaRight" fmla="*/ 3011760 w 3011400"/>
                <a:gd name="textAreaTop" fmla="*/ 0 h 2668320"/>
                <a:gd name="textAreaBottom" fmla="*/ 2668680 h 2668320"/>
              </a:gdLst>
              <a:ahLst/>
              <a:cxnLst/>
              <a:rect l="textAreaLeft" t="textAreaTop" r="textAreaRight" b="textAreaBottom"/>
              <a:pathLst>
                <a:path w="4015740" h="3558413">
                  <a:moveTo>
                    <a:pt x="0" y="0"/>
                  </a:moveTo>
                  <a:lnTo>
                    <a:pt x="4015740" y="0"/>
                  </a:lnTo>
                  <a:lnTo>
                    <a:pt x="4015740" y="3558413"/>
                  </a:lnTo>
                  <a:lnTo>
                    <a:pt x="0" y="35584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alphaModFix amt="11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8466120" y="0"/>
            <a:ext cx="1285560" cy="1416240"/>
            <a:chOff x="8466120" y="0"/>
            <a:chExt cx="1285560" cy="1416240"/>
          </a:xfrm>
        </p:grpSpPr>
        <p:sp>
          <p:nvSpPr>
            <p:cNvPr id="62" name="Freeform 5"/>
            <p:cNvSpPr/>
            <p:nvPr/>
          </p:nvSpPr>
          <p:spPr>
            <a:xfrm>
              <a:off x="8466120" y="0"/>
              <a:ext cx="1285560" cy="1416240"/>
            </a:xfrm>
            <a:custGeom>
              <a:avLst/>
              <a:gdLst>
                <a:gd name="textAreaLeft" fmla="*/ 0 w 1285560"/>
                <a:gd name="textAreaRight" fmla="*/ 1285920 w 1285560"/>
                <a:gd name="textAreaTop" fmla="*/ 0 h 1416240"/>
                <a:gd name="textAreaBottom" fmla="*/ 1416600 h 1416240"/>
              </a:gdLst>
              <a:ahLst/>
              <a:cxnLst/>
              <a:rect l="textAreaLeft" t="textAreaTop" r="textAreaRight" b="textAreaBottom"/>
              <a:pathLst>
                <a:path w="1285748" h="1416552">
                  <a:moveTo>
                    <a:pt x="0" y="0"/>
                  </a:moveTo>
                  <a:lnTo>
                    <a:pt x="0" y="1416552"/>
                  </a:lnTo>
                  <a:lnTo>
                    <a:pt x="642874" y="1195192"/>
                  </a:lnTo>
                  <a:lnTo>
                    <a:pt x="1285748" y="1416552"/>
                  </a:lnTo>
                  <a:lnTo>
                    <a:pt x="1285748" y="0"/>
                  </a:lnTo>
                  <a:close/>
                </a:path>
              </a:pathLst>
            </a:custGeom>
            <a:solidFill>
              <a:srgbClr val="000000">
                <a:alpha val="7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6"/>
          <p:cNvGrpSpPr/>
          <p:nvPr/>
        </p:nvGrpSpPr>
        <p:grpSpPr>
          <a:xfrm>
            <a:off x="8628120" y="153360"/>
            <a:ext cx="921600" cy="912600"/>
            <a:chOff x="8628120" y="153360"/>
            <a:chExt cx="921600" cy="912600"/>
          </a:xfrm>
        </p:grpSpPr>
        <p:sp>
          <p:nvSpPr>
            <p:cNvPr id="64" name="Freeform 7"/>
            <p:cNvSpPr/>
            <p:nvPr/>
          </p:nvSpPr>
          <p:spPr>
            <a:xfrm>
              <a:off x="8628120" y="153360"/>
              <a:ext cx="921600" cy="91260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1229233" h="1217295">
                  <a:moveTo>
                    <a:pt x="0" y="0"/>
                  </a:moveTo>
                  <a:lnTo>
                    <a:pt x="1229233" y="0"/>
                  </a:lnTo>
                  <a:lnTo>
                    <a:pt x="1229233" y="1217295"/>
                  </a:lnTo>
                  <a:lnTo>
                    <a:pt x="0" y="12172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8"/>
          <p:cNvGrpSpPr/>
          <p:nvPr/>
        </p:nvGrpSpPr>
        <p:grpSpPr>
          <a:xfrm>
            <a:off x="0" y="0"/>
            <a:ext cx="1065600" cy="1065600"/>
            <a:chOff x="0" y="0"/>
            <a:chExt cx="1065600" cy="1065600"/>
          </a:xfrm>
        </p:grpSpPr>
        <p:sp>
          <p:nvSpPr>
            <p:cNvPr id="66" name="Freeform 9"/>
            <p:cNvSpPr/>
            <p:nvPr/>
          </p:nvSpPr>
          <p:spPr>
            <a:xfrm>
              <a:off x="0" y="0"/>
              <a:ext cx="1065600" cy="1065600"/>
            </a:xfrm>
            <a:custGeom>
              <a:avLst/>
              <a:gdLst>
                <a:gd name="textAreaLeft" fmla="*/ 0 w 1065600"/>
                <a:gd name="textAreaRight" fmla="*/ 1065960 w 1065600"/>
                <a:gd name="textAreaTop" fmla="*/ 0 h 1065600"/>
                <a:gd name="textAreaBottom" fmla="*/ 1065960 h 1065600"/>
              </a:gdLst>
              <a:ahLst/>
              <a:cxnLst/>
              <a:rect l="textAreaLeft" t="textAreaTop" r="textAreaRight" b="textAreaBottom"/>
              <a:pathLst>
                <a:path w="1421257" h="1421257">
                  <a:moveTo>
                    <a:pt x="0" y="0"/>
                  </a:moveTo>
                  <a:lnTo>
                    <a:pt x="1421257" y="0"/>
                  </a:lnTo>
                  <a:lnTo>
                    <a:pt x="1421257" y="1421257"/>
                  </a:lnTo>
                  <a:lnTo>
                    <a:pt x="0" y="14212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Group 10"/>
          <p:cNvGrpSpPr/>
          <p:nvPr/>
        </p:nvGrpSpPr>
        <p:grpSpPr>
          <a:xfrm>
            <a:off x="0" y="6809040"/>
            <a:ext cx="9753120" cy="505440"/>
            <a:chOff x="0" y="6809040"/>
            <a:chExt cx="9753120" cy="505440"/>
          </a:xfrm>
        </p:grpSpPr>
        <p:sp>
          <p:nvSpPr>
            <p:cNvPr id="68" name="Freeform 11"/>
            <p:cNvSpPr/>
            <p:nvPr/>
          </p:nvSpPr>
          <p:spPr>
            <a:xfrm>
              <a:off x="0" y="6888960"/>
              <a:ext cx="9753120" cy="42480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424800"/>
                <a:gd name="textAreaBottom" fmla="*/ 425160 h 424800"/>
              </a:gdLst>
              <a:ahLst/>
              <a:cxnLst/>
              <a:rect l="textAreaLeft" t="textAreaTop" r="textAreaRight" b="textAreaBottom"/>
              <a:pathLst>
                <a:path w="9753600" h="425073">
                  <a:moveTo>
                    <a:pt x="0" y="0"/>
                  </a:moveTo>
                  <a:lnTo>
                    <a:pt x="0" y="425074"/>
                  </a:lnTo>
                  <a:lnTo>
                    <a:pt x="9753600" y="425074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3533c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12"/>
            <p:cNvSpPr/>
            <p:nvPr/>
          </p:nvSpPr>
          <p:spPr>
            <a:xfrm>
              <a:off x="0" y="6809040"/>
              <a:ext cx="9753120" cy="50544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505440"/>
                <a:gd name="textAreaBottom" fmla="*/ 505800 h 505440"/>
              </a:gdLst>
              <a:ahLst/>
              <a:cxnLst/>
              <a:rect l="textAreaLeft" t="textAreaTop" r="textAreaRight" b="textAreaBottom"/>
              <a:pathLst>
                <a:path w="9753600" h="505846">
                  <a:moveTo>
                    <a:pt x="0" y="0"/>
                  </a:moveTo>
                  <a:lnTo>
                    <a:pt x="0" y="505846"/>
                  </a:lnTo>
                  <a:lnTo>
                    <a:pt x="9753600" y="505846"/>
                  </a:lnTo>
                  <a:lnTo>
                    <a:pt x="975360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" name="Group 13"/>
          <p:cNvGrpSpPr/>
          <p:nvPr/>
        </p:nvGrpSpPr>
        <p:grpSpPr>
          <a:xfrm>
            <a:off x="8466120" y="0"/>
            <a:ext cx="1287000" cy="1420200"/>
            <a:chOff x="8466120" y="0"/>
            <a:chExt cx="1287000" cy="1420200"/>
          </a:xfrm>
        </p:grpSpPr>
        <p:sp>
          <p:nvSpPr>
            <p:cNvPr id="71" name="Freeform 14"/>
            <p:cNvSpPr/>
            <p:nvPr/>
          </p:nvSpPr>
          <p:spPr>
            <a:xfrm>
              <a:off x="8466120" y="0"/>
              <a:ext cx="1287000" cy="1420200"/>
            </a:xfrm>
            <a:custGeom>
              <a:avLst/>
              <a:gdLst>
                <a:gd name="textAreaLeft" fmla="*/ 0 w 1287000"/>
                <a:gd name="textAreaRight" fmla="*/ 1287360 w 1287000"/>
                <a:gd name="textAreaTop" fmla="*/ 0 h 1420200"/>
                <a:gd name="textAreaBottom" fmla="*/ 1420560 h 1420200"/>
              </a:gdLst>
              <a:ahLst/>
              <a:cxnLst/>
              <a:rect l="textAreaLeft" t="textAreaTop" r="textAreaRight" b="textAreaBottom"/>
              <a:pathLst>
                <a:path w="1287399" h="1420495">
                  <a:moveTo>
                    <a:pt x="0" y="0"/>
                  </a:moveTo>
                  <a:lnTo>
                    <a:pt x="0" y="1420495"/>
                  </a:lnTo>
                  <a:lnTo>
                    <a:pt x="1287399" y="1420495"/>
                  </a:lnTo>
                  <a:lnTo>
                    <a:pt x="1287399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TextBox 15"/>
          <p:cNvSpPr/>
          <p:nvPr/>
        </p:nvSpPr>
        <p:spPr>
          <a:xfrm>
            <a:off x="922320" y="1557000"/>
            <a:ext cx="7837920" cy="47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52"/>
              </a:lnSpc>
            </a:pP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Team Name</a:t>
            </a:r>
            <a:r>
              <a:rPr b="0" lang="en-US" sz="3359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 - Py_nexus </a:t>
            </a:r>
            <a:endParaRPr b="0" lang="en-IN" sz="33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52"/>
              </a:lnSpc>
            </a:pP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Problem Statement ID </a:t>
            </a:r>
            <a:r>
              <a:rPr b="0" lang="en-US" sz="3359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- PY052 </a:t>
            </a: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Problem Statement Title</a:t>
            </a:r>
            <a:r>
              <a:rPr b="0" lang="en-US" sz="3359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- Purecheck</a:t>
            </a:r>
            <a:endParaRPr b="0" lang="en-IN" sz="33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52"/>
              </a:lnSpc>
            </a:pP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Domain</a:t>
            </a:r>
            <a:r>
              <a:rPr b="0" lang="en-US" sz="3359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- IOT </a:t>
            </a:r>
            <a:endParaRPr b="0" lang="en-IN" sz="33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52"/>
              </a:lnSpc>
            </a:pP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PS Category</a:t>
            </a:r>
            <a:r>
              <a:rPr b="0" lang="en-US" sz="3359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- Software,Hardware </a:t>
            </a: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Industry Mentor – Sriram R</a:t>
            </a:r>
            <a:endParaRPr b="0" lang="en-IN" sz="33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52"/>
              </a:lnSpc>
            </a:pP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Student Mentor – Anish karthick V S</a:t>
            </a:r>
            <a:endParaRPr b="0" lang="en-IN" sz="33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52"/>
              </a:lnSpc>
            </a:pPr>
            <a:r>
              <a:rPr b="1" lang="en-US" sz="3359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Research Metor - Boomathi </a:t>
            </a:r>
            <a:endParaRPr b="0" lang="en-IN" sz="33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6"/>
          <p:cNvSpPr/>
          <p:nvPr/>
        </p:nvSpPr>
        <p:spPr>
          <a:xfrm>
            <a:off x="2734560" y="254880"/>
            <a:ext cx="4143960" cy="8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461"/>
              </a:lnSpc>
            </a:pPr>
            <a:r>
              <a:rPr b="1" lang="en-US" sz="5330" strike="noStrike" u="none">
                <a:solidFill>
                  <a:srgbClr val="000000"/>
                </a:solidFill>
                <a:effectLst/>
                <a:uFillTx/>
                <a:latin typeface="MediaPro Heavy Condensed"/>
                <a:ea typeface="MediaPro Heavy Condensed"/>
              </a:rPr>
              <a:t>PY-EXPO 2026</a:t>
            </a:r>
            <a:endParaRPr b="0" lang="en-IN" sz="53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2"/>
          <p:cNvGrpSpPr/>
          <p:nvPr/>
        </p:nvGrpSpPr>
        <p:grpSpPr>
          <a:xfrm>
            <a:off x="3370680" y="2322360"/>
            <a:ext cx="3011400" cy="2668320"/>
            <a:chOff x="3370680" y="2322360"/>
            <a:chExt cx="3011400" cy="2668320"/>
          </a:xfrm>
        </p:grpSpPr>
        <p:sp>
          <p:nvSpPr>
            <p:cNvPr id="75" name="Freeform 3"/>
            <p:cNvSpPr/>
            <p:nvPr/>
          </p:nvSpPr>
          <p:spPr>
            <a:xfrm>
              <a:off x="3370680" y="2322360"/>
              <a:ext cx="3011400" cy="2668320"/>
            </a:xfrm>
            <a:custGeom>
              <a:avLst/>
              <a:gdLst>
                <a:gd name="textAreaLeft" fmla="*/ 0 w 3011400"/>
                <a:gd name="textAreaRight" fmla="*/ 3011760 w 3011400"/>
                <a:gd name="textAreaTop" fmla="*/ 0 h 2668320"/>
                <a:gd name="textAreaBottom" fmla="*/ 2668680 h 2668320"/>
              </a:gdLst>
              <a:ahLst/>
              <a:cxnLst/>
              <a:rect l="textAreaLeft" t="textAreaTop" r="textAreaRight" b="textAreaBottom"/>
              <a:pathLst>
                <a:path w="4015740" h="3558413">
                  <a:moveTo>
                    <a:pt x="0" y="0"/>
                  </a:moveTo>
                  <a:lnTo>
                    <a:pt x="4015740" y="0"/>
                  </a:lnTo>
                  <a:lnTo>
                    <a:pt x="4015740" y="3558413"/>
                  </a:lnTo>
                  <a:lnTo>
                    <a:pt x="0" y="35584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alphaModFix amt="11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4"/>
          <p:cNvGrpSpPr/>
          <p:nvPr/>
        </p:nvGrpSpPr>
        <p:grpSpPr>
          <a:xfrm>
            <a:off x="0" y="6889320"/>
            <a:ext cx="9753120" cy="425520"/>
            <a:chOff x="0" y="6889320"/>
            <a:chExt cx="9753120" cy="425520"/>
          </a:xfrm>
        </p:grpSpPr>
        <p:sp>
          <p:nvSpPr>
            <p:cNvPr id="77" name="Freeform 5"/>
            <p:cNvSpPr/>
            <p:nvPr/>
          </p:nvSpPr>
          <p:spPr>
            <a:xfrm>
              <a:off x="0" y="6889320"/>
              <a:ext cx="9753120" cy="4255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425520"/>
                <a:gd name="textAreaBottom" fmla="*/ 425880 h 425520"/>
              </a:gdLst>
              <a:ahLst/>
              <a:cxnLst/>
              <a:rect l="textAreaLeft" t="textAreaTop" r="textAreaRight" b="textAreaBottom"/>
              <a:pathLst>
                <a:path w="9753600" h="425954">
                  <a:moveTo>
                    <a:pt x="0" y="0"/>
                  </a:moveTo>
                  <a:lnTo>
                    <a:pt x="0" y="425954"/>
                  </a:lnTo>
                  <a:lnTo>
                    <a:pt x="9753600" y="425954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3533c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6"/>
          <p:cNvGrpSpPr/>
          <p:nvPr/>
        </p:nvGrpSpPr>
        <p:grpSpPr>
          <a:xfrm>
            <a:off x="8466120" y="0"/>
            <a:ext cx="1285560" cy="1418760"/>
            <a:chOff x="8466120" y="0"/>
            <a:chExt cx="1285560" cy="1418760"/>
          </a:xfrm>
        </p:grpSpPr>
        <p:sp>
          <p:nvSpPr>
            <p:cNvPr id="79" name="Freeform 7"/>
            <p:cNvSpPr/>
            <p:nvPr/>
          </p:nvSpPr>
          <p:spPr>
            <a:xfrm>
              <a:off x="8466120" y="0"/>
              <a:ext cx="1285560" cy="1418760"/>
            </a:xfrm>
            <a:custGeom>
              <a:avLst/>
              <a:gdLst>
                <a:gd name="textAreaLeft" fmla="*/ 0 w 1285560"/>
                <a:gd name="textAreaRight" fmla="*/ 1285920 w 1285560"/>
                <a:gd name="textAreaTop" fmla="*/ 0 h 1418760"/>
                <a:gd name="textAreaBottom" fmla="*/ 1419120 h 1418760"/>
              </a:gdLst>
              <a:ahLst/>
              <a:cxnLst/>
              <a:rect l="textAreaLeft" t="textAreaTop" r="textAreaRight" b="textAreaBottom"/>
              <a:pathLst>
                <a:path w="1285748" h="1419227">
                  <a:moveTo>
                    <a:pt x="0" y="0"/>
                  </a:moveTo>
                  <a:lnTo>
                    <a:pt x="0" y="1419227"/>
                  </a:lnTo>
                  <a:lnTo>
                    <a:pt x="642874" y="1197484"/>
                  </a:lnTo>
                  <a:lnTo>
                    <a:pt x="1285748" y="1419227"/>
                  </a:lnTo>
                  <a:lnTo>
                    <a:pt x="1285748" y="0"/>
                  </a:lnTo>
                  <a:close/>
                </a:path>
              </a:pathLst>
            </a:custGeom>
            <a:solidFill>
              <a:srgbClr val="000000">
                <a:alpha val="7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" name="Group 8"/>
          <p:cNvGrpSpPr/>
          <p:nvPr/>
        </p:nvGrpSpPr>
        <p:grpSpPr>
          <a:xfrm>
            <a:off x="8628120" y="153360"/>
            <a:ext cx="921600" cy="912600"/>
            <a:chOff x="8628120" y="153360"/>
            <a:chExt cx="921600" cy="912600"/>
          </a:xfrm>
        </p:grpSpPr>
        <p:sp>
          <p:nvSpPr>
            <p:cNvPr id="81" name="Freeform 9"/>
            <p:cNvSpPr/>
            <p:nvPr/>
          </p:nvSpPr>
          <p:spPr>
            <a:xfrm>
              <a:off x="8628120" y="153360"/>
              <a:ext cx="921600" cy="91260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1229233" h="1217295">
                  <a:moveTo>
                    <a:pt x="0" y="0"/>
                  </a:moveTo>
                  <a:lnTo>
                    <a:pt x="1229233" y="0"/>
                  </a:lnTo>
                  <a:lnTo>
                    <a:pt x="1229233" y="1217295"/>
                  </a:lnTo>
                  <a:lnTo>
                    <a:pt x="0" y="12172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10"/>
          <p:cNvGrpSpPr/>
          <p:nvPr/>
        </p:nvGrpSpPr>
        <p:grpSpPr>
          <a:xfrm>
            <a:off x="0" y="0"/>
            <a:ext cx="1065600" cy="1065600"/>
            <a:chOff x="0" y="0"/>
            <a:chExt cx="1065600" cy="1065600"/>
          </a:xfrm>
        </p:grpSpPr>
        <p:sp>
          <p:nvSpPr>
            <p:cNvPr id="83" name="Freeform 11"/>
            <p:cNvSpPr/>
            <p:nvPr/>
          </p:nvSpPr>
          <p:spPr>
            <a:xfrm>
              <a:off x="0" y="0"/>
              <a:ext cx="1065600" cy="1065600"/>
            </a:xfrm>
            <a:custGeom>
              <a:avLst/>
              <a:gdLst>
                <a:gd name="textAreaLeft" fmla="*/ 0 w 1065600"/>
                <a:gd name="textAreaRight" fmla="*/ 1065960 w 1065600"/>
                <a:gd name="textAreaTop" fmla="*/ 0 h 1065600"/>
                <a:gd name="textAreaBottom" fmla="*/ 1065960 h 1065600"/>
              </a:gdLst>
              <a:ahLst/>
              <a:cxnLst/>
              <a:rect l="textAreaLeft" t="textAreaTop" r="textAreaRight" b="textAreaBottom"/>
              <a:pathLst>
                <a:path w="1421257" h="1421257">
                  <a:moveTo>
                    <a:pt x="0" y="0"/>
                  </a:moveTo>
                  <a:lnTo>
                    <a:pt x="1421257" y="0"/>
                  </a:lnTo>
                  <a:lnTo>
                    <a:pt x="1421257" y="1421257"/>
                  </a:lnTo>
                  <a:lnTo>
                    <a:pt x="0" y="14212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12"/>
          <p:cNvGrpSpPr/>
          <p:nvPr/>
        </p:nvGrpSpPr>
        <p:grpSpPr>
          <a:xfrm>
            <a:off x="0" y="1920600"/>
            <a:ext cx="9751680" cy="3395880"/>
            <a:chOff x="0" y="1920600"/>
            <a:chExt cx="9751680" cy="3395880"/>
          </a:xfrm>
        </p:grpSpPr>
        <p:sp>
          <p:nvSpPr>
            <p:cNvPr id="85" name="Freeform 13"/>
            <p:cNvSpPr/>
            <p:nvPr/>
          </p:nvSpPr>
          <p:spPr>
            <a:xfrm>
              <a:off x="0" y="1920600"/>
              <a:ext cx="9751680" cy="3395880"/>
            </a:xfrm>
            <a:custGeom>
              <a:avLst/>
              <a:gdLst>
                <a:gd name="textAreaLeft" fmla="*/ 0 w 9751680"/>
                <a:gd name="textAreaRight" fmla="*/ 9752040 w 9751680"/>
                <a:gd name="textAreaTop" fmla="*/ 0 h 3395880"/>
                <a:gd name="textAreaBottom" fmla="*/ 3396240 h 3395880"/>
              </a:gdLst>
              <a:ahLst/>
              <a:cxnLst/>
              <a:rect l="textAreaLeft" t="textAreaTop" r="textAreaRight" b="textAreaBottom"/>
              <a:pathLst>
                <a:path w="10015613" h="3488130">
                  <a:moveTo>
                    <a:pt x="0" y="0"/>
                  </a:moveTo>
                  <a:lnTo>
                    <a:pt x="10015613" y="0"/>
                  </a:lnTo>
                  <a:lnTo>
                    <a:pt x="10015613" y="3488130"/>
                  </a:lnTo>
                  <a:lnTo>
                    <a:pt x="0" y="348813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Group 14"/>
          <p:cNvGrpSpPr/>
          <p:nvPr/>
        </p:nvGrpSpPr>
        <p:grpSpPr>
          <a:xfrm>
            <a:off x="0" y="6782760"/>
            <a:ext cx="9753120" cy="531720"/>
            <a:chOff x="0" y="6782760"/>
            <a:chExt cx="9753120" cy="531720"/>
          </a:xfrm>
        </p:grpSpPr>
        <p:sp>
          <p:nvSpPr>
            <p:cNvPr id="87" name="Freeform 15"/>
            <p:cNvSpPr/>
            <p:nvPr/>
          </p:nvSpPr>
          <p:spPr>
            <a:xfrm>
              <a:off x="0" y="6782760"/>
              <a:ext cx="9753120" cy="5317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531720"/>
                <a:gd name="textAreaBottom" fmla="*/ 532080 h 531720"/>
              </a:gdLst>
              <a:ahLst/>
              <a:cxnLst/>
              <a:rect l="textAreaLeft" t="textAreaTop" r="textAreaRight" b="textAreaBottom"/>
              <a:pathLst>
                <a:path w="9753600" h="532133">
                  <a:moveTo>
                    <a:pt x="0" y="0"/>
                  </a:moveTo>
                  <a:lnTo>
                    <a:pt x="0" y="532133"/>
                  </a:lnTo>
                  <a:lnTo>
                    <a:pt x="9753600" y="532133"/>
                  </a:lnTo>
                  <a:lnTo>
                    <a:pt x="975360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" name="Group 16"/>
          <p:cNvGrpSpPr/>
          <p:nvPr/>
        </p:nvGrpSpPr>
        <p:grpSpPr>
          <a:xfrm>
            <a:off x="8466120" y="0"/>
            <a:ext cx="1287000" cy="1420200"/>
            <a:chOff x="8466120" y="0"/>
            <a:chExt cx="1287000" cy="1420200"/>
          </a:xfrm>
        </p:grpSpPr>
        <p:sp>
          <p:nvSpPr>
            <p:cNvPr id="89" name="Freeform 17"/>
            <p:cNvSpPr/>
            <p:nvPr/>
          </p:nvSpPr>
          <p:spPr>
            <a:xfrm>
              <a:off x="8466120" y="0"/>
              <a:ext cx="1287000" cy="1420200"/>
            </a:xfrm>
            <a:custGeom>
              <a:avLst/>
              <a:gdLst>
                <a:gd name="textAreaLeft" fmla="*/ 0 w 1287000"/>
                <a:gd name="textAreaRight" fmla="*/ 1287360 w 1287000"/>
                <a:gd name="textAreaTop" fmla="*/ 0 h 1420200"/>
                <a:gd name="textAreaBottom" fmla="*/ 1420560 h 1420200"/>
              </a:gdLst>
              <a:ahLst/>
              <a:cxnLst/>
              <a:rect l="textAreaLeft" t="textAreaTop" r="textAreaRight" b="textAreaBottom"/>
              <a:pathLst>
                <a:path w="1287399" h="1420495">
                  <a:moveTo>
                    <a:pt x="0" y="0"/>
                  </a:moveTo>
                  <a:lnTo>
                    <a:pt x="0" y="1420495"/>
                  </a:lnTo>
                  <a:lnTo>
                    <a:pt x="1287399" y="1420495"/>
                  </a:lnTo>
                  <a:lnTo>
                    <a:pt x="1287399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TextBox 18"/>
          <p:cNvSpPr/>
          <p:nvPr/>
        </p:nvSpPr>
        <p:spPr>
          <a:xfrm>
            <a:off x="3638880" y="336600"/>
            <a:ext cx="198648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01"/>
              </a:lnSpc>
            </a:pP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MediaPro Heavy Condensed"/>
                <a:ea typeface="MediaPro Heavy Condensed"/>
              </a:rPr>
              <a:t>PURE CHECK 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2"/>
          <p:cNvGrpSpPr/>
          <p:nvPr/>
        </p:nvGrpSpPr>
        <p:grpSpPr>
          <a:xfrm>
            <a:off x="8466120" y="0"/>
            <a:ext cx="1285560" cy="1418760"/>
            <a:chOff x="8466120" y="0"/>
            <a:chExt cx="1285560" cy="1418760"/>
          </a:xfrm>
        </p:grpSpPr>
        <p:sp>
          <p:nvSpPr>
            <p:cNvPr id="92" name="Freeform 3"/>
            <p:cNvSpPr/>
            <p:nvPr/>
          </p:nvSpPr>
          <p:spPr>
            <a:xfrm>
              <a:off x="8466120" y="0"/>
              <a:ext cx="1285560" cy="1418760"/>
            </a:xfrm>
            <a:custGeom>
              <a:avLst/>
              <a:gdLst>
                <a:gd name="textAreaLeft" fmla="*/ 0 w 1285560"/>
                <a:gd name="textAreaRight" fmla="*/ 1285920 w 1285560"/>
                <a:gd name="textAreaTop" fmla="*/ 0 h 1418760"/>
                <a:gd name="textAreaBottom" fmla="*/ 1419120 h 1418760"/>
              </a:gdLst>
              <a:ahLst/>
              <a:cxnLst/>
              <a:rect l="textAreaLeft" t="textAreaTop" r="textAreaRight" b="textAreaBottom"/>
              <a:pathLst>
                <a:path w="1285748" h="1419227">
                  <a:moveTo>
                    <a:pt x="0" y="0"/>
                  </a:moveTo>
                  <a:lnTo>
                    <a:pt x="0" y="1419227"/>
                  </a:lnTo>
                  <a:lnTo>
                    <a:pt x="642874" y="1197484"/>
                  </a:lnTo>
                  <a:lnTo>
                    <a:pt x="1285748" y="1419227"/>
                  </a:lnTo>
                  <a:lnTo>
                    <a:pt x="1285748" y="0"/>
                  </a:lnTo>
                  <a:close/>
                </a:path>
              </a:pathLst>
            </a:custGeom>
            <a:solidFill>
              <a:srgbClr val="000000">
                <a:alpha val="7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Group 4"/>
          <p:cNvGrpSpPr/>
          <p:nvPr/>
        </p:nvGrpSpPr>
        <p:grpSpPr>
          <a:xfrm>
            <a:off x="0" y="0"/>
            <a:ext cx="1065600" cy="1065600"/>
            <a:chOff x="0" y="0"/>
            <a:chExt cx="1065600" cy="1065600"/>
          </a:xfrm>
        </p:grpSpPr>
        <p:sp>
          <p:nvSpPr>
            <p:cNvPr id="94" name="Freeform 5"/>
            <p:cNvSpPr/>
            <p:nvPr/>
          </p:nvSpPr>
          <p:spPr>
            <a:xfrm>
              <a:off x="0" y="0"/>
              <a:ext cx="1065600" cy="1065600"/>
            </a:xfrm>
            <a:custGeom>
              <a:avLst/>
              <a:gdLst>
                <a:gd name="textAreaLeft" fmla="*/ 0 w 1065600"/>
                <a:gd name="textAreaRight" fmla="*/ 1065960 w 1065600"/>
                <a:gd name="textAreaTop" fmla="*/ 0 h 1065600"/>
                <a:gd name="textAreaBottom" fmla="*/ 1065960 h 1065600"/>
              </a:gdLst>
              <a:ahLst/>
              <a:cxnLst/>
              <a:rect l="textAreaLeft" t="textAreaTop" r="textAreaRight" b="textAreaBottom"/>
              <a:pathLst>
                <a:path w="1421257" h="1421257">
                  <a:moveTo>
                    <a:pt x="0" y="0"/>
                  </a:moveTo>
                  <a:lnTo>
                    <a:pt x="1421257" y="0"/>
                  </a:lnTo>
                  <a:lnTo>
                    <a:pt x="1421257" y="1421257"/>
                  </a:lnTo>
                  <a:lnTo>
                    <a:pt x="0" y="14212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6"/>
          <p:cNvGrpSpPr/>
          <p:nvPr/>
        </p:nvGrpSpPr>
        <p:grpSpPr>
          <a:xfrm>
            <a:off x="8628120" y="153360"/>
            <a:ext cx="921600" cy="912600"/>
            <a:chOff x="8628120" y="153360"/>
            <a:chExt cx="921600" cy="912600"/>
          </a:xfrm>
        </p:grpSpPr>
        <p:sp>
          <p:nvSpPr>
            <p:cNvPr id="96" name="Freeform 7"/>
            <p:cNvSpPr/>
            <p:nvPr/>
          </p:nvSpPr>
          <p:spPr>
            <a:xfrm>
              <a:off x="8628120" y="153360"/>
              <a:ext cx="921600" cy="91260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1229233" h="1217295">
                  <a:moveTo>
                    <a:pt x="0" y="0"/>
                  </a:moveTo>
                  <a:lnTo>
                    <a:pt x="1229233" y="0"/>
                  </a:lnTo>
                  <a:lnTo>
                    <a:pt x="1229233" y="1217295"/>
                  </a:lnTo>
                  <a:lnTo>
                    <a:pt x="0" y="12172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7" name="Group 8"/>
          <p:cNvGrpSpPr/>
          <p:nvPr/>
        </p:nvGrpSpPr>
        <p:grpSpPr>
          <a:xfrm>
            <a:off x="0" y="6782760"/>
            <a:ext cx="9753120" cy="532080"/>
            <a:chOff x="0" y="6782760"/>
            <a:chExt cx="9753120" cy="532080"/>
          </a:xfrm>
        </p:grpSpPr>
        <p:sp>
          <p:nvSpPr>
            <p:cNvPr id="98" name="Freeform 9"/>
            <p:cNvSpPr/>
            <p:nvPr/>
          </p:nvSpPr>
          <p:spPr>
            <a:xfrm>
              <a:off x="0" y="6889320"/>
              <a:ext cx="9753120" cy="4255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425520"/>
                <a:gd name="textAreaBottom" fmla="*/ 425880 h 425520"/>
              </a:gdLst>
              <a:ahLst/>
              <a:cxnLst/>
              <a:rect l="textAreaLeft" t="textAreaTop" r="textAreaRight" b="textAreaBottom"/>
              <a:pathLst>
                <a:path w="9753600" h="425956">
                  <a:moveTo>
                    <a:pt x="0" y="0"/>
                  </a:moveTo>
                  <a:lnTo>
                    <a:pt x="0" y="425956"/>
                  </a:lnTo>
                  <a:lnTo>
                    <a:pt x="9753600" y="425956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3533c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eform 10"/>
            <p:cNvSpPr/>
            <p:nvPr/>
          </p:nvSpPr>
          <p:spPr>
            <a:xfrm>
              <a:off x="0" y="6782760"/>
              <a:ext cx="9753120" cy="5317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531720"/>
                <a:gd name="textAreaBottom" fmla="*/ 532080 h 531720"/>
              </a:gdLst>
              <a:ahLst/>
              <a:cxnLst/>
              <a:rect l="textAreaLeft" t="textAreaTop" r="textAreaRight" b="textAreaBottom"/>
              <a:pathLst>
                <a:path w="9753600" h="532127">
                  <a:moveTo>
                    <a:pt x="0" y="0"/>
                  </a:moveTo>
                  <a:lnTo>
                    <a:pt x="0" y="532127"/>
                  </a:lnTo>
                  <a:lnTo>
                    <a:pt x="9753600" y="532127"/>
                  </a:lnTo>
                  <a:lnTo>
                    <a:pt x="975360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Freeform 11"/>
          <p:cNvSpPr/>
          <p:nvPr/>
        </p:nvSpPr>
        <p:spPr>
          <a:xfrm>
            <a:off x="943920" y="512280"/>
            <a:ext cx="8777160" cy="5610240"/>
          </a:xfrm>
          <a:custGeom>
            <a:avLst/>
            <a:gdLst>
              <a:gd name="textAreaLeft" fmla="*/ 0 w 8777160"/>
              <a:gd name="textAreaRight" fmla="*/ 8777520 w 8777160"/>
              <a:gd name="textAreaTop" fmla="*/ 0 h 5610240"/>
              <a:gd name="textAreaBottom" fmla="*/ 5610600 h 5610240"/>
            </a:gdLst>
            <a:ahLst/>
            <a:cxnLst/>
            <a:rect l="textAreaLeft" t="textAreaTop" r="textAreaRight" b="textAreaBottom"/>
            <a:pathLst>
              <a:path w="8777440" h="5610482">
                <a:moveTo>
                  <a:pt x="0" y="0"/>
                </a:moveTo>
                <a:lnTo>
                  <a:pt x="8777440" y="0"/>
                </a:lnTo>
                <a:lnTo>
                  <a:pt x="8777440" y="5610482"/>
                </a:lnTo>
                <a:lnTo>
                  <a:pt x="0" y="56104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1100160" y="1566360"/>
            <a:ext cx="57852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S.No.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2193840" y="1499400"/>
            <a:ext cx="1624680" cy="3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DEPARTMENT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4534920" y="1361880"/>
            <a:ext cx="1030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ROLL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 NO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5"/>
          <p:cNvSpPr/>
          <p:nvPr/>
        </p:nvSpPr>
        <p:spPr>
          <a:xfrm>
            <a:off x="7269840" y="1506600"/>
            <a:ext cx="672840" cy="3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mo Bold"/>
                <a:ea typeface="Arimo Bold"/>
              </a:rPr>
              <a:t>NAME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6"/>
          <p:cNvSpPr/>
          <p:nvPr/>
        </p:nvSpPr>
        <p:spPr>
          <a:xfrm>
            <a:off x="1311480" y="2277360"/>
            <a:ext cx="7740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7"/>
          <p:cNvSpPr/>
          <p:nvPr/>
        </p:nvSpPr>
        <p:spPr>
          <a:xfrm>
            <a:off x="1311480" y="2817720"/>
            <a:ext cx="7740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8"/>
          <p:cNvSpPr/>
          <p:nvPr/>
        </p:nvSpPr>
        <p:spPr>
          <a:xfrm>
            <a:off x="1311480" y="3279600"/>
            <a:ext cx="7740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9"/>
          <p:cNvSpPr/>
          <p:nvPr/>
        </p:nvSpPr>
        <p:spPr>
          <a:xfrm>
            <a:off x="1272960" y="3964320"/>
            <a:ext cx="7740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0"/>
          <p:cNvSpPr/>
          <p:nvPr/>
        </p:nvSpPr>
        <p:spPr>
          <a:xfrm>
            <a:off x="1311480" y="4424400"/>
            <a:ext cx="7740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1"/>
          <p:cNvSpPr/>
          <p:nvPr/>
        </p:nvSpPr>
        <p:spPr>
          <a:xfrm>
            <a:off x="1311480" y="4992840"/>
            <a:ext cx="7740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2"/>
          <p:cNvSpPr/>
          <p:nvPr/>
        </p:nvSpPr>
        <p:spPr>
          <a:xfrm>
            <a:off x="4140000" y="5656320"/>
            <a:ext cx="16239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Anish karthick V 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2140920" y="2262600"/>
            <a:ext cx="91908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CSE A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4"/>
          <p:cNvSpPr/>
          <p:nvPr/>
        </p:nvSpPr>
        <p:spPr>
          <a:xfrm>
            <a:off x="2140920" y="3945240"/>
            <a:ext cx="91908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CSE A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5"/>
          <p:cNvSpPr/>
          <p:nvPr/>
        </p:nvSpPr>
        <p:spPr>
          <a:xfrm>
            <a:off x="2175480" y="4490640"/>
            <a:ext cx="70452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CSE A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6"/>
          <p:cNvSpPr/>
          <p:nvPr/>
        </p:nvSpPr>
        <p:spPr>
          <a:xfrm>
            <a:off x="2106360" y="3399840"/>
            <a:ext cx="9536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AIDS B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7"/>
          <p:cNvSpPr/>
          <p:nvPr/>
        </p:nvSpPr>
        <p:spPr>
          <a:xfrm>
            <a:off x="2106360" y="2824560"/>
            <a:ext cx="9536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AIDS B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8"/>
          <p:cNvSpPr/>
          <p:nvPr/>
        </p:nvSpPr>
        <p:spPr>
          <a:xfrm>
            <a:off x="2175480" y="5036040"/>
            <a:ext cx="88452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59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AIML A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9"/>
          <p:cNvSpPr/>
          <p:nvPr/>
        </p:nvSpPr>
        <p:spPr>
          <a:xfrm>
            <a:off x="4683600" y="2277360"/>
            <a:ext cx="896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25UCS125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0"/>
          <p:cNvSpPr/>
          <p:nvPr/>
        </p:nvSpPr>
        <p:spPr>
          <a:xfrm>
            <a:off x="4668120" y="3893400"/>
            <a:ext cx="9118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25UCS141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1"/>
          <p:cNvSpPr/>
          <p:nvPr/>
        </p:nvSpPr>
        <p:spPr>
          <a:xfrm>
            <a:off x="4668120" y="4471560"/>
            <a:ext cx="9118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25UCS138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2"/>
          <p:cNvSpPr/>
          <p:nvPr/>
        </p:nvSpPr>
        <p:spPr>
          <a:xfrm>
            <a:off x="4668120" y="2838600"/>
            <a:ext cx="9118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25UAD208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3"/>
          <p:cNvSpPr/>
          <p:nvPr/>
        </p:nvSpPr>
        <p:spPr>
          <a:xfrm>
            <a:off x="4683600" y="3398400"/>
            <a:ext cx="8964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25UAD248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4"/>
          <p:cNvSpPr/>
          <p:nvPr/>
        </p:nvSpPr>
        <p:spPr>
          <a:xfrm>
            <a:off x="4699440" y="5034960"/>
            <a:ext cx="8805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25UAM121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5"/>
          <p:cNvSpPr/>
          <p:nvPr/>
        </p:nvSpPr>
        <p:spPr>
          <a:xfrm>
            <a:off x="6096960" y="4504320"/>
            <a:ext cx="7430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39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Software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6"/>
          <p:cNvSpPr/>
          <p:nvPr/>
        </p:nvSpPr>
        <p:spPr>
          <a:xfrm>
            <a:off x="6096960" y="5043960"/>
            <a:ext cx="74304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39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Software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7"/>
          <p:cNvSpPr/>
          <p:nvPr/>
        </p:nvSpPr>
        <p:spPr>
          <a:xfrm>
            <a:off x="5970600" y="2236680"/>
            <a:ext cx="8906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59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Team lead(hardware)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8"/>
          <p:cNvSpPr/>
          <p:nvPr/>
        </p:nvSpPr>
        <p:spPr>
          <a:xfrm>
            <a:off x="7600320" y="3983040"/>
            <a:ext cx="8596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Hashini 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9"/>
          <p:cNvSpPr/>
          <p:nvPr/>
        </p:nvSpPr>
        <p:spPr>
          <a:xfrm>
            <a:off x="7408800" y="3386880"/>
            <a:ext cx="10512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Sudharsna 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0"/>
          <p:cNvSpPr/>
          <p:nvPr/>
        </p:nvSpPr>
        <p:spPr>
          <a:xfrm>
            <a:off x="7442640" y="5053680"/>
            <a:ext cx="1017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Dev venkat 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41"/>
          <p:cNvSpPr/>
          <p:nvPr/>
        </p:nvSpPr>
        <p:spPr>
          <a:xfrm>
            <a:off x="7290720" y="2312640"/>
            <a:ext cx="13492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Charumathi M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2"/>
          <p:cNvSpPr/>
          <p:nvPr/>
        </p:nvSpPr>
        <p:spPr>
          <a:xfrm>
            <a:off x="7350480" y="4532760"/>
            <a:ext cx="1109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Gurushunth A 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3"/>
          <p:cNvSpPr/>
          <p:nvPr/>
        </p:nvSpPr>
        <p:spPr>
          <a:xfrm>
            <a:off x="7307640" y="2860200"/>
            <a:ext cx="13323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678"/>
              </a:lnSpc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Nesavandana K R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44"/>
          <p:cNvSpPr/>
          <p:nvPr/>
        </p:nvSpPr>
        <p:spPr>
          <a:xfrm>
            <a:off x="3444120" y="339120"/>
            <a:ext cx="23198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55"/>
              </a:lnSpc>
            </a:pPr>
            <a:r>
              <a:rPr b="1" lang="en-US" sz="3040" strike="noStrike" u="none">
                <a:solidFill>
                  <a:srgbClr val="000000"/>
                </a:solidFill>
                <a:effectLst/>
                <a:uFillTx/>
                <a:latin typeface="MediaPro Heavy Condensed"/>
                <a:ea typeface="MediaPro Heavy Condensed"/>
              </a:rPr>
              <a:t>TEAM DETAILS </a:t>
            </a:r>
            <a:endParaRPr b="0" lang="en-IN" sz="3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5"/>
          <p:cNvSpPr/>
          <p:nvPr/>
        </p:nvSpPr>
        <p:spPr>
          <a:xfrm>
            <a:off x="5912280" y="2702520"/>
            <a:ext cx="1006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Hardware and Social media handling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6"/>
          <p:cNvSpPr/>
          <p:nvPr/>
        </p:nvSpPr>
        <p:spPr>
          <a:xfrm>
            <a:off x="5940000" y="3836520"/>
            <a:ext cx="10245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Research and  Publication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47"/>
          <p:cNvSpPr/>
          <p:nvPr/>
        </p:nvSpPr>
        <p:spPr>
          <a:xfrm>
            <a:off x="5793120" y="3312360"/>
            <a:ext cx="115452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2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Research and publication and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2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Social media handling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8"/>
          <p:cNvSpPr/>
          <p:nvPr/>
        </p:nvSpPr>
        <p:spPr>
          <a:xfrm>
            <a:off x="6068880" y="1529280"/>
            <a:ext cx="6026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52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nva Sans Bold"/>
                <a:ea typeface="Canva Sans Bold"/>
              </a:rPr>
              <a:t>ROLE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"/>
          <p:cNvGrpSpPr/>
          <p:nvPr/>
        </p:nvGrpSpPr>
        <p:grpSpPr>
          <a:xfrm>
            <a:off x="3370680" y="2322360"/>
            <a:ext cx="3011400" cy="2668320"/>
            <a:chOff x="3370680" y="2322360"/>
            <a:chExt cx="3011400" cy="2668320"/>
          </a:xfrm>
        </p:grpSpPr>
        <p:sp>
          <p:nvSpPr>
            <p:cNvPr id="139" name="Freeform 3"/>
            <p:cNvSpPr/>
            <p:nvPr/>
          </p:nvSpPr>
          <p:spPr>
            <a:xfrm>
              <a:off x="3370680" y="2322360"/>
              <a:ext cx="3011400" cy="2668320"/>
            </a:xfrm>
            <a:custGeom>
              <a:avLst/>
              <a:gdLst>
                <a:gd name="textAreaLeft" fmla="*/ 0 w 3011400"/>
                <a:gd name="textAreaRight" fmla="*/ 3011760 w 3011400"/>
                <a:gd name="textAreaTop" fmla="*/ 0 h 2668320"/>
                <a:gd name="textAreaBottom" fmla="*/ 2668680 h 2668320"/>
              </a:gdLst>
              <a:ahLst/>
              <a:cxnLst/>
              <a:rect l="textAreaLeft" t="textAreaTop" r="textAreaRight" b="textAreaBottom"/>
              <a:pathLst>
                <a:path w="4015740" h="3558413">
                  <a:moveTo>
                    <a:pt x="0" y="0"/>
                  </a:moveTo>
                  <a:lnTo>
                    <a:pt x="4015740" y="0"/>
                  </a:lnTo>
                  <a:lnTo>
                    <a:pt x="4015740" y="3558413"/>
                  </a:lnTo>
                  <a:lnTo>
                    <a:pt x="0" y="35584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alphaModFix amt="11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" name="Freeform 4"/>
          <p:cNvSpPr/>
          <p:nvPr/>
        </p:nvSpPr>
        <p:spPr>
          <a:xfrm>
            <a:off x="1216800" y="118368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Freeform 5"/>
          <p:cNvSpPr/>
          <p:nvPr/>
        </p:nvSpPr>
        <p:spPr>
          <a:xfrm>
            <a:off x="1216800" y="171720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Freeform 6"/>
          <p:cNvSpPr/>
          <p:nvPr/>
        </p:nvSpPr>
        <p:spPr>
          <a:xfrm>
            <a:off x="1216800" y="225072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Freeform 7"/>
          <p:cNvSpPr/>
          <p:nvPr/>
        </p:nvSpPr>
        <p:spPr>
          <a:xfrm>
            <a:off x="1216800" y="278388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Group 8"/>
          <p:cNvGrpSpPr/>
          <p:nvPr/>
        </p:nvGrpSpPr>
        <p:grpSpPr>
          <a:xfrm>
            <a:off x="8466120" y="0"/>
            <a:ext cx="1285560" cy="1418760"/>
            <a:chOff x="8466120" y="0"/>
            <a:chExt cx="1285560" cy="1418760"/>
          </a:xfrm>
        </p:grpSpPr>
        <p:sp>
          <p:nvSpPr>
            <p:cNvPr id="145" name="Freeform 9"/>
            <p:cNvSpPr/>
            <p:nvPr/>
          </p:nvSpPr>
          <p:spPr>
            <a:xfrm>
              <a:off x="8466120" y="0"/>
              <a:ext cx="1285560" cy="1418760"/>
            </a:xfrm>
            <a:custGeom>
              <a:avLst/>
              <a:gdLst>
                <a:gd name="textAreaLeft" fmla="*/ 0 w 1285560"/>
                <a:gd name="textAreaRight" fmla="*/ 1285920 w 1285560"/>
                <a:gd name="textAreaTop" fmla="*/ 0 h 1418760"/>
                <a:gd name="textAreaBottom" fmla="*/ 1419120 h 1418760"/>
              </a:gdLst>
              <a:ahLst/>
              <a:cxnLst/>
              <a:rect l="textAreaLeft" t="textAreaTop" r="textAreaRight" b="textAreaBottom"/>
              <a:pathLst>
                <a:path w="1285748" h="1419227">
                  <a:moveTo>
                    <a:pt x="0" y="0"/>
                  </a:moveTo>
                  <a:lnTo>
                    <a:pt x="0" y="1419227"/>
                  </a:lnTo>
                  <a:lnTo>
                    <a:pt x="642874" y="1197484"/>
                  </a:lnTo>
                  <a:lnTo>
                    <a:pt x="1285748" y="1419227"/>
                  </a:lnTo>
                  <a:lnTo>
                    <a:pt x="1285748" y="0"/>
                  </a:lnTo>
                  <a:close/>
                </a:path>
              </a:pathLst>
            </a:custGeom>
            <a:solidFill>
              <a:srgbClr val="000000">
                <a:alpha val="7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" name="Group 10"/>
          <p:cNvGrpSpPr/>
          <p:nvPr/>
        </p:nvGrpSpPr>
        <p:grpSpPr>
          <a:xfrm>
            <a:off x="0" y="0"/>
            <a:ext cx="1065600" cy="1065600"/>
            <a:chOff x="0" y="0"/>
            <a:chExt cx="1065600" cy="1065600"/>
          </a:xfrm>
        </p:grpSpPr>
        <p:sp>
          <p:nvSpPr>
            <p:cNvPr id="147" name="Freeform 11"/>
            <p:cNvSpPr/>
            <p:nvPr/>
          </p:nvSpPr>
          <p:spPr>
            <a:xfrm>
              <a:off x="0" y="0"/>
              <a:ext cx="1065600" cy="1065600"/>
            </a:xfrm>
            <a:custGeom>
              <a:avLst/>
              <a:gdLst>
                <a:gd name="textAreaLeft" fmla="*/ 0 w 1065600"/>
                <a:gd name="textAreaRight" fmla="*/ 1065960 w 1065600"/>
                <a:gd name="textAreaTop" fmla="*/ 0 h 1065600"/>
                <a:gd name="textAreaBottom" fmla="*/ 1065960 h 1065600"/>
              </a:gdLst>
              <a:ahLst/>
              <a:cxnLst/>
              <a:rect l="textAreaLeft" t="textAreaTop" r="textAreaRight" b="textAreaBottom"/>
              <a:pathLst>
                <a:path w="1421257" h="1421257">
                  <a:moveTo>
                    <a:pt x="0" y="0"/>
                  </a:moveTo>
                  <a:lnTo>
                    <a:pt x="1421257" y="0"/>
                  </a:lnTo>
                  <a:lnTo>
                    <a:pt x="1421257" y="1421257"/>
                  </a:lnTo>
                  <a:lnTo>
                    <a:pt x="0" y="14212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" name="Group 12"/>
          <p:cNvGrpSpPr/>
          <p:nvPr/>
        </p:nvGrpSpPr>
        <p:grpSpPr>
          <a:xfrm>
            <a:off x="8628120" y="153360"/>
            <a:ext cx="921600" cy="912600"/>
            <a:chOff x="8628120" y="153360"/>
            <a:chExt cx="921600" cy="912600"/>
          </a:xfrm>
        </p:grpSpPr>
        <p:sp>
          <p:nvSpPr>
            <p:cNvPr id="149" name="Freeform 13"/>
            <p:cNvSpPr/>
            <p:nvPr/>
          </p:nvSpPr>
          <p:spPr>
            <a:xfrm>
              <a:off x="8628120" y="153360"/>
              <a:ext cx="921600" cy="91260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1229233" h="1217295">
                  <a:moveTo>
                    <a:pt x="0" y="0"/>
                  </a:moveTo>
                  <a:lnTo>
                    <a:pt x="1229233" y="0"/>
                  </a:lnTo>
                  <a:lnTo>
                    <a:pt x="1229233" y="1217295"/>
                  </a:lnTo>
                  <a:lnTo>
                    <a:pt x="0" y="12172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" name="Group 14"/>
          <p:cNvGrpSpPr/>
          <p:nvPr/>
        </p:nvGrpSpPr>
        <p:grpSpPr>
          <a:xfrm>
            <a:off x="0" y="6889320"/>
            <a:ext cx="9753120" cy="425520"/>
            <a:chOff x="0" y="6889320"/>
            <a:chExt cx="9753120" cy="425520"/>
          </a:xfrm>
        </p:grpSpPr>
        <p:sp>
          <p:nvSpPr>
            <p:cNvPr id="151" name="Freeform 15"/>
            <p:cNvSpPr/>
            <p:nvPr/>
          </p:nvSpPr>
          <p:spPr>
            <a:xfrm>
              <a:off x="0" y="6889320"/>
              <a:ext cx="9753120" cy="4255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425520"/>
                <a:gd name="textAreaBottom" fmla="*/ 425880 h 425520"/>
              </a:gdLst>
              <a:ahLst/>
              <a:cxnLst/>
              <a:rect l="textAreaLeft" t="textAreaTop" r="textAreaRight" b="textAreaBottom"/>
              <a:pathLst>
                <a:path w="9753600" h="425954">
                  <a:moveTo>
                    <a:pt x="0" y="0"/>
                  </a:moveTo>
                  <a:lnTo>
                    <a:pt x="0" y="425954"/>
                  </a:lnTo>
                  <a:lnTo>
                    <a:pt x="9753600" y="425954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3533c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" name="Group 16"/>
          <p:cNvGrpSpPr/>
          <p:nvPr/>
        </p:nvGrpSpPr>
        <p:grpSpPr>
          <a:xfrm>
            <a:off x="0" y="3503520"/>
            <a:ext cx="9751680" cy="2974680"/>
            <a:chOff x="0" y="3503520"/>
            <a:chExt cx="9751680" cy="2974680"/>
          </a:xfrm>
        </p:grpSpPr>
        <p:sp>
          <p:nvSpPr>
            <p:cNvPr id="153" name="Freeform 17"/>
            <p:cNvSpPr/>
            <p:nvPr/>
          </p:nvSpPr>
          <p:spPr>
            <a:xfrm>
              <a:off x="0" y="3503520"/>
              <a:ext cx="9751680" cy="2974680"/>
            </a:xfrm>
            <a:custGeom>
              <a:avLst/>
              <a:gdLst>
                <a:gd name="textAreaLeft" fmla="*/ 0 w 9751680"/>
                <a:gd name="textAreaRight" fmla="*/ 9752040 w 9751680"/>
                <a:gd name="textAreaTop" fmla="*/ 0 h 2974680"/>
                <a:gd name="textAreaBottom" fmla="*/ 2975040 h 2974680"/>
              </a:gdLst>
              <a:ahLst/>
              <a:cxnLst/>
              <a:rect l="textAreaLeft" t="textAreaTop" r="textAreaRight" b="textAreaBottom"/>
              <a:pathLst>
                <a:path w="12212277" h="3725532">
                  <a:moveTo>
                    <a:pt x="0" y="0"/>
                  </a:moveTo>
                  <a:lnTo>
                    <a:pt x="12212277" y="0"/>
                  </a:lnTo>
                  <a:lnTo>
                    <a:pt x="12212277" y="3725532"/>
                  </a:lnTo>
                  <a:lnTo>
                    <a:pt x="0" y="372553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4" name="Group 18"/>
          <p:cNvGrpSpPr/>
          <p:nvPr/>
        </p:nvGrpSpPr>
        <p:grpSpPr>
          <a:xfrm>
            <a:off x="0" y="6782760"/>
            <a:ext cx="9753120" cy="531720"/>
            <a:chOff x="0" y="6782760"/>
            <a:chExt cx="9753120" cy="531720"/>
          </a:xfrm>
        </p:grpSpPr>
        <p:sp>
          <p:nvSpPr>
            <p:cNvPr id="155" name="Freeform 19"/>
            <p:cNvSpPr/>
            <p:nvPr/>
          </p:nvSpPr>
          <p:spPr>
            <a:xfrm>
              <a:off x="0" y="6782760"/>
              <a:ext cx="9753120" cy="5317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531720"/>
                <a:gd name="textAreaBottom" fmla="*/ 532080 h 531720"/>
              </a:gdLst>
              <a:ahLst/>
              <a:cxnLst/>
              <a:rect l="textAreaLeft" t="textAreaTop" r="textAreaRight" b="textAreaBottom"/>
              <a:pathLst>
                <a:path w="9753600" h="532133">
                  <a:moveTo>
                    <a:pt x="0" y="0"/>
                  </a:moveTo>
                  <a:lnTo>
                    <a:pt x="0" y="532133"/>
                  </a:lnTo>
                  <a:lnTo>
                    <a:pt x="9753600" y="532133"/>
                  </a:lnTo>
                  <a:lnTo>
                    <a:pt x="975360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roup 20"/>
          <p:cNvGrpSpPr/>
          <p:nvPr/>
        </p:nvGrpSpPr>
        <p:grpSpPr>
          <a:xfrm>
            <a:off x="8466120" y="0"/>
            <a:ext cx="1287000" cy="1420200"/>
            <a:chOff x="8466120" y="0"/>
            <a:chExt cx="1287000" cy="1420200"/>
          </a:xfrm>
        </p:grpSpPr>
        <p:sp>
          <p:nvSpPr>
            <p:cNvPr id="157" name="Freeform 21"/>
            <p:cNvSpPr/>
            <p:nvPr/>
          </p:nvSpPr>
          <p:spPr>
            <a:xfrm>
              <a:off x="8466120" y="0"/>
              <a:ext cx="1287000" cy="1420200"/>
            </a:xfrm>
            <a:custGeom>
              <a:avLst/>
              <a:gdLst>
                <a:gd name="textAreaLeft" fmla="*/ 0 w 1287000"/>
                <a:gd name="textAreaRight" fmla="*/ 1287360 w 1287000"/>
                <a:gd name="textAreaTop" fmla="*/ 0 h 1420200"/>
                <a:gd name="textAreaBottom" fmla="*/ 1420560 h 1420200"/>
              </a:gdLst>
              <a:ahLst/>
              <a:cxnLst/>
              <a:rect l="textAreaLeft" t="textAreaTop" r="textAreaRight" b="textAreaBottom"/>
              <a:pathLst>
                <a:path w="1287399" h="1420495">
                  <a:moveTo>
                    <a:pt x="0" y="0"/>
                  </a:moveTo>
                  <a:lnTo>
                    <a:pt x="0" y="1420495"/>
                  </a:lnTo>
                  <a:lnTo>
                    <a:pt x="1287399" y="1420495"/>
                  </a:lnTo>
                  <a:lnTo>
                    <a:pt x="1287399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" name="TextBox 22"/>
          <p:cNvSpPr/>
          <p:nvPr/>
        </p:nvSpPr>
        <p:spPr>
          <a:xfrm>
            <a:off x="2791800" y="334080"/>
            <a:ext cx="371376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55"/>
              </a:lnSpc>
            </a:pPr>
            <a:r>
              <a:rPr b="1" lang="en-US" sz="3040" strike="noStrike" u="none">
                <a:solidFill>
                  <a:srgbClr val="000000"/>
                </a:solidFill>
                <a:effectLst/>
                <a:uFillTx/>
                <a:latin typeface="MediaPro Heavy Condensed"/>
                <a:ea typeface="MediaPro Heavy Condensed"/>
              </a:rPr>
              <a:t>TECHNICAL APPROACH</a:t>
            </a:r>
            <a:endParaRPr b="0" lang="en-IN" sz="3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1502640" y="1073160"/>
            <a:ext cx="1288800" cy="18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74"/>
              </a:lnSpc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JSON PYTHON HTML CSS 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oup 2"/>
          <p:cNvGrpSpPr/>
          <p:nvPr/>
        </p:nvGrpSpPr>
        <p:grpSpPr>
          <a:xfrm>
            <a:off x="3152520" y="3333240"/>
            <a:ext cx="3011400" cy="2668320"/>
            <a:chOff x="3152520" y="3333240"/>
            <a:chExt cx="3011400" cy="2668320"/>
          </a:xfrm>
        </p:grpSpPr>
        <p:sp>
          <p:nvSpPr>
            <p:cNvPr id="161" name="Freeform 3"/>
            <p:cNvSpPr/>
            <p:nvPr/>
          </p:nvSpPr>
          <p:spPr>
            <a:xfrm>
              <a:off x="3152520" y="3333240"/>
              <a:ext cx="3011400" cy="2668320"/>
            </a:xfrm>
            <a:custGeom>
              <a:avLst/>
              <a:gdLst>
                <a:gd name="textAreaLeft" fmla="*/ 0 w 3011400"/>
                <a:gd name="textAreaRight" fmla="*/ 3011760 w 3011400"/>
                <a:gd name="textAreaTop" fmla="*/ 0 h 2668320"/>
                <a:gd name="textAreaBottom" fmla="*/ 2668680 h 2668320"/>
              </a:gdLst>
              <a:ahLst/>
              <a:cxnLst/>
              <a:rect l="textAreaLeft" t="textAreaTop" r="textAreaRight" b="textAreaBottom"/>
              <a:pathLst>
                <a:path w="4015740" h="3558413">
                  <a:moveTo>
                    <a:pt x="0" y="0"/>
                  </a:moveTo>
                  <a:lnTo>
                    <a:pt x="4015740" y="0"/>
                  </a:lnTo>
                  <a:lnTo>
                    <a:pt x="4015740" y="3558413"/>
                  </a:lnTo>
                  <a:lnTo>
                    <a:pt x="0" y="35584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alphaModFix amt="11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roup 4"/>
          <p:cNvGrpSpPr/>
          <p:nvPr/>
        </p:nvGrpSpPr>
        <p:grpSpPr>
          <a:xfrm>
            <a:off x="8466120" y="0"/>
            <a:ext cx="1285560" cy="1418760"/>
            <a:chOff x="8466120" y="0"/>
            <a:chExt cx="1285560" cy="1418760"/>
          </a:xfrm>
        </p:grpSpPr>
        <p:sp>
          <p:nvSpPr>
            <p:cNvPr id="163" name="Freeform 5"/>
            <p:cNvSpPr/>
            <p:nvPr/>
          </p:nvSpPr>
          <p:spPr>
            <a:xfrm>
              <a:off x="8466120" y="0"/>
              <a:ext cx="1285560" cy="1418760"/>
            </a:xfrm>
            <a:custGeom>
              <a:avLst/>
              <a:gdLst>
                <a:gd name="textAreaLeft" fmla="*/ 0 w 1285560"/>
                <a:gd name="textAreaRight" fmla="*/ 1285920 w 1285560"/>
                <a:gd name="textAreaTop" fmla="*/ 0 h 1418760"/>
                <a:gd name="textAreaBottom" fmla="*/ 1419120 h 1418760"/>
              </a:gdLst>
              <a:ahLst/>
              <a:cxnLst/>
              <a:rect l="textAreaLeft" t="textAreaTop" r="textAreaRight" b="textAreaBottom"/>
              <a:pathLst>
                <a:path w="1285748" h="1419227">
                  <a:moveTo>
                    <a:pt x="0" y="0"/>
                  </a:moveTo>
                  <a:lnTo>
                    <a:pt x="0" y="1419227"/>
                  </a:lnTo>
                  <a:lnTo>
                    <a:pt x="642874" y="1197484"/>
                  </a:lnTo>
                  <a:lnTo>
                    <a:pt x="1285748" y="1419227"/>
                  </a:lnTo>
                  <a:lnTo>
                    <a:pt x="1285748" y="0"/>
                  </a:lnTo>
                  <a:close/>
                </a:path>
              </a:pathLst>
            </a:custGeom>
            <a:solidFill>
              <a:srgbClr val="000000">
                <a:alpha val="7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" name="Group 6"/>
          <p:cNvGrpSpPr/>
          <p:nvPr/>
        </p:nvGrpSpPr>
        <p:grpSpPr>
          <a:xfrm>
            <a:off x="0" y="0"/>
            <a:ext cx="1065600" cy="1065600"/>
            <a:chOff x="0" y="0"/>
            <a:chExt cx="1065600" cy="1065600"/>
          </a:xfrm>
        </p:grpSpPr>
        <p:sp>
          <p:nvSpPr>
            <p:cNvPr id="165" name="Freeform 7"/>
            <p:cNvSpPr/>
            <p:nvPr/>
          </p:nvSpPr>
          <p:spPr>
            <a:xfrm>
              <a:off x="0" y="0"/>
              <a:ext cx="1065600" cy="1065600"/>
            </a:xfrm>
            <a:custGeom>
              <a:avLst/>
              <a:gdLst>
                <a:gd name="textAreaLeft" fmla="*/ 0 w 1065600"/>
                <a:gd name="textAreaRight" fmla="*/ 1065960 w 1065600"/>
                <a:gd name="textAreaTop" fmla="*/ 0 h 1065600"/>
                <a:gd name="textAreaBottom" fmla="*/ 1065960 h 1065600"/>
              </a:gdLst>
              <a:ahLst/>
              <a:cxnLst/>
              <a:rect l="textAreaLeft" t="textAreaTop" r="textAreaRight" b="textAreaBottom"/>
              <a:pathLst>
                <a:path w="1421257" h="1421257">
                  <a:moveTo>
                    <a:pt x="0" y="0"/>
                  </a:moveTo>
                  <a:lnTo>
                    <a:pt x="1421257" y="0"/>
                  </a:lnTo>
                  <a:lnTo>
                    <a:pt x="1421257" y="1421257"/>
                  </a:lnTo>
                  <a:lnTo>
                    <a:pt x="0" y="14212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" name="Group 8"/>
          <p:cNvGrpSpPr/>
          <p:nvPr/>
        </p:nvGrpSpPr>
        <p:grpSpPr>
          <a:xfrm>
            <a:off x="8628120" y="153360"/>
            <a:ext cx="921600" cy="912600"/>
            <a:chOff x="8628120" y="153360"/>
            <a:chExt cx="921600" cy="912600"/>
          </a:xfrm>
        </p:grpSpPr>
        <p:sp>
          <p:nvSpPr>
            <p:cNvPr id="167" name="Freeform 9"/>
            <p:cNvSpPr/>
            <p:nvPr/>
          </p:nvSpPr>
          <p:spPr>
            <a:xfrm>
              <a:off x="8628120" y="153360"/>
              <a:ext cx="921600" cy="91260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1229233" h="1217295">
                  <a:moveTo>
                    <a:pt x="0" y="0"/>
                  </a:moveTo>
                  <a:lnTo>
                    <a:pt x="1229233" y="0"/>
                  </a:lnTo>
                  <a:lnTo>
                    <a:pt x="1229233" y="1217295"/>
                  </a:lnTo>
                  <a:lnTo>
                    <a:pt x="0" y="12172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8" name="Group 10"/>
          <p:cNvGrpSpPr/>
          <p:nvPr/>
        </p:nvGrpSpPr>
        <p:grpSpPr>
          <a:xfrm>
            <a:off x="0" y="6889320"/>
            <a:ext cx="9753120" cy="425520"/>
            <a:chOff x="0" y="6889320"/>
            <a:chExt cx="9753120" cy="425520"/>
          </a:xfrm>
        </p:grpSpPr>
        <p:sp>
          <p:nvSpPr>
            <p:cNvPr id="169" name="Freeform 11"/>
            <p:cNvSpPr/>
            <p:nvPr/>
          </p:nvSpPr>
          <p:spPr>
            <a:xfrm>
              <a:off x="0" y="6889320"/>
              <a:ext cx="9753120" cy="4255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425520"/>
                <a:gd name="textAreaBottom" fmla="*/ 425880 h 425520"/>
              </a:gdLst>
              <a:ahLst/>
              <a:cxnLst/>
              <a:rect l="textAreaLeft" t="textAreaTop" r="textAreaRight" b="textAreaBottom"/>
              <a:pathLst>
                <a:path w="9753600" h="425954">
                  <a:moveTo>
                    <a:pt x="0" y="0"/>
                  </a:moveTo>
                  <a:lnTo>
                    <a:pt x="0" y="425954"/>
                  </a:lnTo>
                  <a:lnTo>
                    <a:pt x="9753600" y="425954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3533c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Freeform 12"/>
          <p:cNvSpPr/>
          <p:nvPr/>
        </p:nvSpPr>
        <p:spPr>
          <a:xfrm>
            <a:off x="1008720" y="199440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Freeform 13"/>
          <p:cNvSpPr/>
          <p:nvPr/>
        </p:nvSpPr>
        <p:spPr>
          <a:xfrm>
            <a:off x="1008720" y="2508480"/>
            <a:ext cx="150120" cy="150120"/>
          </a:xfrm>
          <a:custGeom>
            <a:avLst/>
            <a:gdLst>
              <a:gd name="textAreaLeft" fmla="*/ 0 w 150120"/>
              <a:gd name="textAreaRight" fmla="*/ 150480 w 150120"/>
              <a:gd name="textAreaTop" fmla="*/ 0 h 150120"/>
              <a:gd name="textAreaBottom" fmla="*/ 150480 h 150120"/>
            </a:gdLst>
            <a:ahLst/>
            <a:cxnLst/>
            <a:rect l="textAreaLeft" t="textAreaTop" r="textAreaRight" b="textAreaBottom"/>
            <a:pathLst>
              <a:path w="150314" h="150314">
                <a:moveTo>
                  <a:pt x="0" y="0"/>
                </a:moveTo>
                <a:lnTo>
                  <a:pt x="150314" y="0"/>
                </a:lnTo>
                <a:lnTo>
                  <a:pt x="150314" y="150314"/>
                </a:lnTo>
                <a:lnTo>
                  <a:pt x="0" y="15031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Freeform 14"/>
          <p:cNvSpPr/>
          <p:nvPr/>
        </p:nvSpPr>
        <p:spPr>
          <a:xfrm>
            <a:off x="1008720" y="2956320"/>
            <a:ext cx="156600" cy="156600"/>
          </a:xfrm>
          <a:custGeom>
            <a:avLst/>
            <a:gdLst>
              <a:gd name="textAreaLeft" fmla="*/ 0 w 156600"/>
              <a:gd name="textAreaRight" fmla="*/ 156960 w 156600"/>
              <a:gd name="textAreaTop" fmla="*/ 0 h 156600"/>
              <a:gd name="textAreaBottom" fmla="*/ 156960 h 156600"/>
            </a:gdLst>
            <a:ahLst/>
            <a:cxnLst/>
            <a:rect l="textAreaLeft" t="textAreaTop" r="textAreaRight" b="textAreaBottom"/>
            <a:pathLst>
              <a:path w="157023" h="157023">
                <a:moveTo>
                  <a:pt x="0" y="0"/>
                </a:moveTo>
                <a:lnTo>
                  <a:pt x="157023" y="0"/>
                </a:lnTo>
                <a:lnTo>
                  <a:pt x="157023" y="157023"/>
                </a:lnTo>
                <a:lnTo>
                  <a:pt x="0" y="1570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3" name="Group 15"/>
          <p:cNvGrpSpPr/>
          <p:nvPr/>
        </p:nvGrpSpPr>
        <p:grpSpPr>
          <a:xfrm>
            <a:off x="0" y="6782760"/>
            <a:ext cx="9753120" cy="531720"/>
            <a:chOff x="0" y="6782760"/>
            <a:chExt cx="9753120" cy="531720"/>
          </a:xfrm>
        </p:grpSpPr>
        <p:sp>
          <p:nvSpPr>
            <p:cNvPr id="174" name="Freeform 16"/>
            <p:cNvSpPr/>
            <p:nvPr/>
          </p:nvSpPr>
          <p:spPr>
            <a:xfrm>
              <a:off x="0" y="6782760"/>
              <a:ext cx="9753120" cy="531720"/>
            </a:xfrm>
            <a:custGeom>
              <a:avLst/>
              <a:gdLst>
                <a:gd name="textAreaLeft" fmla="*/ 0 w 9753120"/>
                <a:gd name="textAreaRight" fmla="*/ 9753480 w 9753120"/>
                <a:gd name="textAreaTop" fmla="*/ 0 h 531720"/>
                <a:gd name="textAreaBottom" fmla="*/ 532080 h 531720"/>
              </a:gdLst>
              <a:ahLst/>
              <a:cxnLst/>
              <a:rect l="textAreaLeft" t="textAreaTop" r="textAreaRight" b="textAreaBottom"/>
              <a:pathLst>
                <a:path w="9753600" h="532133">
                  <a:moveTo>
                    <a:pt x="0" y="0"/>
                  </a:moveTo>
                  <a:lnTo>
                    <a:pt x="0" y="532133"/>
                  </a:lnTo>
                  <a:lnTo>
                    <a:pt x="9753600" y="532133"/>
                  </a:lnTo>
                  <a:lnTo>
                    <a:pt x="975360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" name="Group 17"/>
          <p:cNvGrpSpPr/>
          <p:nvPr/>
        </p:nvGrpSpPr>
        <p:grpSpPr>
          <a:xfrm>
            <a:off x="8466120" y="0"/>
            <a:ext cx="1287000" cy="1420200"/>
            <a:chOff x="8466120" y="0"/>
            <a:chExt cx="1287000" cy="1420200"/>
          </a:xfrm>
        </p:grpSpPr>
        <p:sp>
          <p:nvSpPr>
            <p:cNvPr id="176" name="Freeform 18"/>
            <p:cNvSpPr/>
            <p:nvPr/>
          </p:nvSpPr>
          <p:spPr>
            <a:xfrm>
              <a:off x="8466120" y="0"/>
              <a:ext cx="1287000" cy="1420200"/>
            </a:xfrm>
            <a:custGeom>
              <a:avLst/>
              <a:gdLst>
                <a:gd name="textAreaLeft" fmla="*/ 0 w 1287000"/>
                <a:gd name="textAreaRight" fmla="*/ 1287360 w 1287000"/>
                <a:gd name="textAreaTop" fmla="*/ 0 h 1420200"/>
                <a:gd name="textAreaBottom" fmla="*/ 1420560 h 1420200"/>
              </a:gdLst>
              <a:ahLst/>
              <a:cxnLst/>
              <a:rect l="textAreaLeft" t="textAreaTop" r="textAreaRight" b="textAreaBottom"/>
              <a:pathLst>
                <a:path w="1287399" h="1420495">
                  <a:moveTo>
                    <a:pt x="0" y="0"/>
                  </a:moveTo>
                  <a:lnTo>
                    <a:pt x="0" y="1420495"/>
                  </a:lnTo>
                  <a:lnTo>
                    <a:pt x="1287399" y="1420495"/>
                  </a:lnTo>
                  <a:lnTo>
                    <a:pt x="1287399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TextBox 19"/>
          <p:cNvSpPr/>
          <p:nvPr/>
        </p:nvSpPr>
        <p:spPr>
          <a:xfrm>
            <a:off x="3661200" y="334080"/>
            <a:ext cx="194004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55"/>
              </a:lnSpc>
            </a:pPr>
            <a:r>
              <a:rPr b="1" lang="en-US" sz="3040" strike="noStrike" u="none">
                <a:solidFill>
                  <a:srgbClr val="000000"/>
                </a:solidFill>
                <a:effectLst/>
                <a:uFillTx/>
                <a:latin typeface="MediaPro Heavy Condensed"/>
                <a:ea typeface="MediaPro Heavy Condensed"/>
              </a:rPr>
              <a:t>Your project </a:t>
            </a:r>
            <a:endParaRPr b="0" lang="en-IN" sz="3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0"/>
          <p:cNvSpPr/>
          <p:nvPr/>
        </p:nvSpPr>
        <p:spPr>
          <a:xfrm>
            <a:off x="731520" y="4708440"/>
            <a:ext cx="754452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24"/>
              </a:lnSpc>
            </a:pPr>
            <a:r>
              <a:rPr b="1" lang="en-US" sz="276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Github: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24"/>
              </a:lnSpc>
            </a:pPr>
            <a:r>
              <a:rPr b="1" lang="en-US" sz="276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https://github.com/PyExpo2K26/PY26052.git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1"/>
          <p:cNvSpPr/>
          <p:nvPr/>
        </p:nvSpPr>
        <p:spPr>
          <a:xfrm>
            <a:off x="1404000" y="1279440"/>
            <a:ext cx="4031640" cy="14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24"/>
              </a:lnSpc>
            </a:pPr>
            <a:r>
              <a:rPr b="1" lang="en-US" sz="2760" strike="noStrike" u="none">
                <a:solidFill>
                  <a:srgbClr val="000000"/>
                </a:solidFill>
                <a:effectLst/>
                <a:uFillTx/>
                <a:latin typeface="Times New Roman Bold"/>
                <a:ea typeface="Times New Roman Bold"/>
              </a:rPr>
              <a:t>Application:  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24"/>
              </a:lnSpc>
            </a:pPr>
            <a:r>
              <a:rPr b="0" lang="en-US" sz="276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Food Quality Monitoring fssai </a:t>
            </a:r>
            <a:endParaRPr b="0" lang="en-IN" sz="2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2"/>
          <p:cNvSpPr/>
          <p:nvPr/>
        </p:nvSpPr>
        <p:spPr>
          <a:xfrm>
            <a:off x="1107000" y="2820600"/>
            <a:ext cx="5553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05"/>
              </a:lnSpc>
            </a:pPr>
            <a:r>
              <a:rPr b="0" lang="en-US" sz="2360" strike="noStrike" u="none">
                <a:solidFill>
                  <a:srgbClr val="000000"/>
                </a:solidFill>
                <a:effectLst/>
                <a:uFillTx/>
                <a:latin typeface="Canva Sans"/>
                <a:ea typeface="Canva Sans"/>
              </a:rPr>
              <a:t>Dairy product manufacturing factories</a:t>
            </a:r>
            <a:endParaRPr b="0" lang="en-IN" sz="2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DAHFM0nXby0</dc:identifier>
  <dc:language>en-IN</dc:language>
  <cp:lastModifiedBy/>
  <dcterms:modified xsi:type="dcterms:W3CDTF">2026-04-09T23:27:26Z</dcterms:modified>
  <cp:revision>2</cp:revision>
  <dc:subject/>
  <dc:title>pynexus.pdf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